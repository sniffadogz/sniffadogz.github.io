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9D630-BEF0-4189-A564-E3C718B74345}" type="datetimeFigureOut">
              <a:rPr lang="en-GB" smtClean="0"/>
              <a:t>18/12/2018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22B-8666-471D-840C-C89417B3DBCA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ainbow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82891"/>
            <a:ext cx="9144000" cy="489221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44436" y="4784437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669636" y="4909128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481782" y="4696692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265054" y="4410364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6728691" y="4770583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252691" y="4585855"/>
            <a:ext cx="590136" cy="5444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541818" y="4821382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W3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8873" y="5038436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N51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39527" y="4899891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32.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5018" y="4747491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???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4291" y="4539673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???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4510" y="4895273"/>
            <a:ext cx="54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latin typeface="Arial" pitchFamily="34" charset="0"/>
                <a:cs typeface="Arial" pitchFamily="34" charset="0"/>
              </a:rPr>
              <a:t>32.</a:t>
            </a:r>
            <a:endParaRPr lang="en-GB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</dc:creator>
  <cp:lastModifiedBy>Jeff</cp:lastModifiedBy>
  <cp:revision>2</cp:revision>
  <dcterms:created xsi:type="dcterms:W3CDTF">2018-12-18T08:14:34Z</dcterms:created>
  <dcterms:modified xsi:type="dcterms:W3CDTF">2018-12-18T08:26:28Z</dcterms:modified>
</cp:coreProperties>
</file>